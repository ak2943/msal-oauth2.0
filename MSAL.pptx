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2"/>
    <p:sldId id="256" r:id="rId3"/>
    <p:sldId id="264" r:id="rId4"/>
    <p:sldId id="265" r:id="rId5"/>
    <p:sldId id="258" r:id="rId6"/>
    <p:sldId id="260" r:id="rId7"/>
    <p:sldId id="263" r:id="rId8"/>
  </p:sldIdLst>
  <p:sldSz cx="18288000" cy="10287000"/>
  <p:notesSz cx="6858000" cy="9144000"/>
  <p:embeddedFontLst>
    <p:embeddedFont>
      <p:font typeface="Agrandir Bold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Poppi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k2943/MSAL-OAuth2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19050" y="0"/>
            <a:ext cx="18288000" cy="1664104"/>
            <a:chOff x="0" y="0"/>
            <a:chExt cx="4816593" cy="4382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438283"/>
            </a:xfrm>
            <a:custGeom>
              <a:avLst/>
              <a:gdLst/>
              <a:ahLst/>
              <a:cxnLst/>
              <a:rect l="l" t="t" r="r" b="b"/>
              <a:pathLst>
                <a:path w="4816592" h="438283">
                  <a:moveTo>
                    <a:pt x="0" y="0"/>
                  </a:moveTo>
                  <a:lnTo>
                    <a:pt x="4816592" y="0"/>
                  </a:lnTo>
                  <a:lnTo>
                    <a:pt x="4816592" y="438283"/>
                  </a:lnTo>
                  <a:lnTo>
                    <a:pt x="0" y="438283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4816593" cy="504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5800" y="381215"/>
            <a:ext cx="3429000" cy="647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3500" b="1" dirty="0">
                <a:solidFill>
                  <a:schemeClr val="bg1"/>
                </a:solidFill>
                <a:latin typeface="+mj-lt"/>
                <a:ea typeface="Agrandir Bold"/>
                <a:cs typeface="Agrandir Bold"/>
                <a:sym typeface="Agrandir Bold"/>
              </a:rPr>
              <a:t>QUESTPOND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441382" y="9307966"/>
            <a:ext cx="1515915" cy="250815"/>
          </a:xfrm>
          <a:custGeom>
            <a:avLst/>
            <a:gdLst/>
            <a:ahLst/>
            <a:cxnLst/>
            <a:rect l="l" t="t" r="r" b="b"/>
            <a:pathLst>
              <a:path w="1515915" h="250815">
                <a:moveTo>
                  <a:pt x="0" y="0"/>
                </a:moveTo>
                <a:lnTo>
                  <a:pt x="1515915" y="0"/>
                </a:lnTo>
                <a:lnTo>
                  <a:pt x="1515915" y="250815"/>
                </a:lnTo>
                <a:lnTo>
                  <a:pt x="0" y="250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4572911" y="10082977"/>
            <a:ext cx="3736947" cy="204023"/>
            <a:chOff x="0" y="0"/>
            <a:chExt cx="984217" cy="5373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84216" cy="53734"/>
            </a:xfrm>
            <a:custGeom>
              <a:avLst/>
              <a:gdLst/>
              <a:ahLst/>
              <a:cxnLst/>
              <a:rect l="l" t="t" r="r" b="b"/>
              <a:pathLst>
                <a:path w="984216" h="53734">
                  <a:moveTo>
                    <a:pt x="0" y="0"/>
                  </a:moveTo>
                  <a:lnTo>
                    <a:pt x="984216" y="0"/>
                  </a:lnTo>
                  <a:lnTo>
                    <a:pt x="984216" y="53734"/>
                  </a:lnTo>
                  <a:lnTo>
                    <a:pt x="0" y="53734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984217" cy="120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Rectangle 5">
            <a:extLst>
              <a:ext uri="{FF2B5EF4-FFF2-40B4-BE49-F238E27FC236}">
                <a16:creationId xmlns:a16="http://schemas.microsoft.com/office/drawing/2014/main" id="{C725267A-B817-410F-90C0-4B3234F34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955132"/>
            <a:ext cx="162877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/>
              <a:t>OAuth 2.0 Authentication using MSAL in Angular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64F3577-82D7-489F-9D6E-34AADFF63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934080"/>
            <a:ext cx="162877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/>
              <a:t>A Practical Demo of Secure Authentication with Microsoft Identity Platform</a:t>
            </a:r>
            <a:endParaRPr kumimoji="0" lang="en-US" altLang="en-US" sz="28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4936C7-253B-42E3-9160-9E40BBF99230}"/>
              </a:ext>
            </a:extLst>
          </p:cNvPr>
          <p:cNvSpPr/>
          <p:nvPr/>
        </p:nvSpPr>
        <p:spPr>
          <a:xfrm>
            <a:off x="1700212" y="6892491"/>
            <a:ext cx="9144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b="1" dirty="0"/>
              <a:t>Presented by:  </a:t>
            </a:r>
            <a:r>
              <a:rPr lang="en-IN" sz="2000" dirty="0"/>
              <a:t> Alisha </a:t>
            </a:r>
            <a:r>
              <a:rPr lang="en-IN" sz="2000" dirty="0" err="1"/>
              <a:t>Mugale</a:t>
            </a:r>
            <a:br>
              <a:rPr lang="en-IN" sz="2000" dirty="0"/>
            </a:br>
            <a:r>
              <a:rPr lang="en-IN" sz="2000" b="1" dirty="0"/>
              <a:t>Technology:     </a:t>
            </a:r>
            <a:r>
              <a:rPr lang="en-IN" sz="2000" dirty="0"/>
              <a:t> Angular + ASP.NET Core + Microsoft </a:t>
            </a:r>
            <a:r>
              <a:rPr lang="en-IN" sz="2000" dirty="0" err="1"/>
              <a:t>Entra</a:t>
            </a:r>
            <a:r>
              <a:rPr lang="en-IN" sz="2000" dirty="0"/>
              <a:t> ID</a:t>
            </a:r>
            <a:br>
              <a:rPr lang="en-IN" sz="2000" dirty="0"/>
            </a:br>
            <a:r>
              <a:rPr lang="en-IN" sz="2000" b="1" dirty="0"/>
              <a:t>Demo:</a:t>
            </a:r>
            <a:r>
              <a:rPr lang="en-IN" sz="2000" dirty="0"/>
              <a:t>                Login → Access Token → Secured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51053" y="0"/>
            <a:ext cx="3736947" cy="3453934"/>
            <a:chOff x="0" y="0"/>
            <a:chExt cx="984217" cy="909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16" cy="909678"/>
            </a:xfrm>
            <a:custGeom>
              <a:avLst/>
              <a:gdLst/>
              <a:ahLst/>
              <a:cxnLst/>
              <a:rect l="l" t="t" r="r" b="b"/>
              <a:pathLst>
                <a:path w="984216" h="909678">
                  <a:moveTo>
                    <a:pt x="0" y="0"/>
                  </a:moveTo>
                  <a:lnTo>
                    <a:pt x="984216" y="0"/>
                  </a:lnTo>
                  <a:lnTo>
                    <a:pt x="984216" y="909678"/>
                  </a:lnTo>
                  <a:lnTo>
                    <a:pt x="0" y="909678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984217" cy="976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6550" y="470984"/>
            <a:ext cx="4538449" cy="538262"/>
            <a:chOff x="0" y="0"/>
            <a:chExt cx="812800" cy="1417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41765"/>
            </a:xfrm>
            <a:custGeom>
              <a:avLst/>
              <a:gdLst/>
              <a:ahLst/>
              <a:cxnLst/>
              <a:rect l="l" t="t" r="r" b="b"/>
              <a:pathLst>
                <a:path w="812800" h="141765">
                  <a:moveTo>
                    <a:pt x="70882" y="0"/>
                  </a:moveTo>
                  <a:lnTo>
                    <a:pt x="741918" y="0"/>
                  </a:lnTo>
                  <a:cubicBezTo>
                    <a:pt x="781065" y="0"/>
                    <a:pt x="812800" y="31735"/>
                    <a:pt x="812800" y="70882"/>
                  </a:cubicBezTo>
                  <a:lnTo>
                    <a:pt x="812800" y="70882"/>
                  </a:lnTo>
                  <a:cubicBezTo>
                    <a:pt x="812800" y="110030"/>
                    <a:pt x="781065" y="141765"/>
                    <a:pt x="741918" y="141765"/>
                  </a:cubicBezTo>
                  <a:lnTo>
                    <a:pt x="70882" y="141765"/>
                  </a:lnTo>
                  <a:cubicBezTo>
                    <a:pt x="31735" y="141765"/>
                    <a:pt x="0" y="110030"/>
                    <a:pt x="0" y="70882"/>
                  </a:cubicBezTo>
                  <a:lnTo>
                    <a:pt x="0" y="70882"/>
                  </a:lnTo>
                  <a:cubicBezTo>
                    <a:pt x="0" y="31735"/>
                    <a:pt x="31735" y="0"/>
                    <a:pt x="70882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812800" cy="208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41299" y="481692"/>
            <a:ext cx="4273699" cy="412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IN" sz="2400" dirty="0"/>
              <a:t>Microsoft Authentication Library</a:t>
            </a:r>
            <a:endParaRPr lang="en-US" sz="2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473AE5F-E346-4F4B-9D5C-CBFC426FE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551" y="1409700"/>
            <a:ext cx="15216154" cy="77086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9A61F2-988A-413F-A35A-922D99C540A0}"/>
              </a:ext>
            </a:extLst>
          </p:cNvPr>
          <p:cNvSpPr/>
          <p:nvPr/>
        </p:nvSpPr>
        <p:spPr>
          <a:xfrm>
            <a:off x="11582400" y="1726967"/>
            <a:ext cx="3581399" cy="380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Proof Key for Code Exchange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736947" cy="3453934"/>
            <a:chOff x="0" y="0"/>
            <a:chExt cx="984217" cy="909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16" cy="909678"/>
            </a:xfrm>
            <a:custGeom>
              <a:avLst/>
              <a:gdLst/>
              <a:ahLst/>
              <a:cxnLst/>
              <a:rect l="l" t="t" r="r" b="b"/>
              <a:pathLst>
                <a:path w="984216" h="909678">
                  <a:moveTo>
                    <a:pt x="0" y="0"/>
                  </a:moveTo>
                  <a:lnTo>
                    <a:pt x="984216" y="0"/>
                  </a:lnTo>
                  <a:lnTo>
                    <a:pt x="984216" y="909678"/>
                  </a:lnTo>
                  <a:lnTo>
                    <a:pt x="0" y="909678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984217" cy="976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79A61F2-988A-413F-A35A-922D99C540A0}"/>
              </a:ext>
            </a:extLst>
          </p:cNvPr>
          <p:cNvSpPr/>
          <p:nvPr/>
        </p:nvSpPr>
        <p:spPr>
          <a:xfrm>
            <a:off x="1295400" y="1181100"/>
            <a:ext cx="6400800" cy="9143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Proof Key for Code Exchange</a:t>
            </a:r>
            <a:endParaRPr lang="en-IN" sz="280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B4A77E3-6CC3-4DD3-AA51-1184E0B9E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552700"/>
            <a:ext cx="11125200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 creates: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code verifier (secret)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code challenge (derived from verifier)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Login request (authorization call):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	 Send → code challenge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After login success: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	You receive → authorization code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Token request: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	 Send → authorization code + original code verifier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Server checks: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It recalculates challenge from verifier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If it matches → token is issued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3342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19050" y="0"/>
            <a:ext cx="18288000" cy="1664104"/>
            <a:chOff x="0" y="0"/>
            <a:chExt cx="4816593" cy="4382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438283"/>
            </a:xfrm>
            <a:custGeom>
              <a:avLst/>
              <a:gdLst/>
              <a:ahLst/>
              <a:cxnLst/>
              <a:rect l="l" t="t" r="r" b="b"/>
              <a:pathLst>
                <a:path w="4816592" h="438283">
                  <a:moveTo>
                    <a:pt x="0" y="0"/>
                  </a:moveTo>
                  <a:lnTo>
                    <a:pt x="4816592" y="0"/>
                  </a:lnTo>
                  <a:lnTo>
                    <a:pt x="4816592" y="438283"/>
                  </a:lnTo>
                  <a:lnTo>
                    <a:pt x="0" y="438283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4816593" cy="504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267200" y="4983134"/>
            <a:ext cx="1073155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62A39E"/>
                </a:solidFill>
                <a:latin typeface="Agrandir Bold"/>
                <a:ea typeface="Agrandir Bold"/>
                <a:cs typeface="Agrandir Bold"/>
                <a:sym typeface="Agrandir Bold"/>
              </a:rPr>
              <a:t>01</a:t>
            </a:r>
          </a:p>
        </p:txBody>
      </p:sp>
      <p:sp>
        <p:nvSpPr>
          <p:cNvPr id="16" name="Freeform 16"/>
          <p:cNvSpPr/>
          <p:nvPr/>
        </p:nvSpPr>
        <p:spPr>
          <a:xfrm>
            <a:off x="1811995" y="9007485"/>
            <a:ext cx="1515915" cy="250815"/>
          </a:xfrm>
          <a:custGeom>
            <a:avLst/>
            <a:gdLst/>
            <a:ahLst/>
            <a:cxnLst/>
            <a:rect l="l" t="t" r="r" b="b"/>
            <a:pathLst>
              <a:path w="1515915" h="250815">
                <a:moveTo>
                  <a:pt x="0" y="0"/>
                </a:moveTo>
                <a:lnTo>
                  <a:pt x="1515915" y="0"/>
                </a:lnTo>
                <a:lnTo>
                  <a:pt x="1515915" y="250815"/>
                </a:lnTo>
                <a:lnTo>
                  <a:pt x="0" y="250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4572911" y="10082977"/>
            <a:ext cx="3736947" cy="204023"/>
            <a:chOff x="0" y="0"/>
            <a:chExt cx="984217" cy="5373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84216" cy="53734"/>
            </a:xfrm>
            <a:custGeom>
              <a:avLst/>
              <a:gdLst/>
              <a:ahLst/>
              <a:cxnLst/>
              <a:rect l="l" t="t" r="r" b="b"/>
              <a:pathLst>
                <a:path w="984216" h="53734">
                  <a:moveTo>
                    <a:pt x="0" y="0"/>
                  </a:moveTo>
                  <a:lnTo>
                    <a:pt x="984216" y="0"/>
                  </a:lnTo>
                  <a:lnTo>
                    <a:pt x="984216" y="53734"/>
                  </a:lnTo>
                  <a:lnTo>
                    <a:pt x="0" y="53734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984217" cy="120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Rectangle 5">
            <a:extLst>
              <a:ext uri="{FF2B5EF4-FFF2-40B4-BE49-F238E27FC236}">
                <a16:creationId xmlns:a16="http://schemas.microsoft.com/office/drawing/2014/main" id="{C725267A-B817-410F-90C0-4B3234F34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700" y="4962131"/>
            <a:ext cx="127142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npm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install @azure/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msal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-browser @azure/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msal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-angular</a:t>
            </a:r>
          </a:p>
        </p:txBody>
      </p:sp>
    </p:spTree>
    <p:extLst>
      <p:ext uri="{BB962C8B-B14F-4D97-AF65-F5344CB8AC3E}">
        <p14:creationId xmlns:p14="http://schemas.microsoft.com/office/powerpoint/2010/main" val="185832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2600" y="1456794"/>
            <a:ext cx="13115468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400" dirty="0"/>
              <a:t>It contains the core MSAL-</a:t>
            </a:r>
            <a:r>
              <a:rPr lang="en-IN" sz="2400" dirty="0"/>
              <a:t>Microsoft Authentication Library</a:t>
            </a:r>
            <a:r>
              <a:rPr lang="en-US" sz="2400" dirty="0"/>
              <a:t> settings</a:t>
            </a:r>
            <a:endParaRPr lang="en-US" sz="2400" u="none" strike="noStrike" dirty="0">
              <a:solidFill>
                <a:srgbClr val="0B0A0A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8622896"/>
            <a:ext cx="18288000" cy="1664104"/>
            <a:chOff x="0" y="0"/>
            <a:chExt cx="4816593" cy="4382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438283"/>
            </a:xfrm>
            <a:custGeom>
              <a:avLst/>
              <a:gdLst/>
              <a:ahLst/>
              <a:cxnLst/>
              <a:rect l="l" t="t" r="r" b="b"/>
              <a:pathLst>
                <a:path w="4816592" h="438283">
                  <a:moveTo>
                    <a:pt x="0" y="0"/>
                  </a:moveTo>
                  <a:lnTo>
                    <a:pt x="4816592" y="0"/>
                  </a:lnTo>
                  <a:lnTo>
                    <a:pt x="4816592" y="438283"/>
                  </a:lnTo>
                  <a:lnTo>
                    <a:pt x="0" y="438283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816593" cy="504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09600" y="1265403"/>
            <a:ext cx="905435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62A39E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942255" y="854508"/>
            <a:ext cx="1515915" cy="250815"/>
          </a:xfrm>
          <a:custGeom>
            <a:avLst/>
            <a:gdLst/>
            <a:ahLst/>
            <a:cxnLst/>
            <a:rect l="l" t="t" r="r" b="b"/>
            <a:pathLst>
              <a:path w="1515915" h="250815">
                <a:moveTo>
                  <a:pt x="0" y="0"/>
                </a:moveTo>
                <a:lnTo>
                  <a:pt x="1515915" y="0"/>
                </a:lnTo>
                <a:lnTo>
                  <a:pt x="1515915" y="250815"/>
                </a:lnTo>
                <a:lnTo>
                  <a:pt x="0" y="250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0" y="0"/>
            <a:ext cx="3736947" cy="204023"/>
            <a:chOff x="0" y="0"/>
            <a:chExt cx="984217" cy="537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4216" cy="53734"/>
            </a:xfrm>
            <a:custGeom>
              <a:avLst/>
              <a:gdLst/>
              <a:ahLst/>
              <a:cxnLst/>
              <a:rect l="l" t="t" r="r" b="b"/>
              <a:pathLst>
                <a:path w="984216" h="53734">
                  <a:moveTo>
                    <a:pt x="0" y="0"/>
                  </a:moveTo>
                  <a:lnTo>
                    <a:pt x="984216" y="0"/>
                  </a:lnTo>
                  <a:lnTo>
                    <a:pt x="984216" y="53734"/>
                  </a:lnTo>
                  <a:lnTo>
                    <a:pt x="0" y="53734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984217" cy="120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67C3FB9-26CD-401F-BA7D-F85EE6A3D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418792"/>
            <a:ext cx="10287000" cy="5696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8400" y="1162609"/>
            <a:ext cx="11667566" cy="816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480"/>
              </a:lnSpc>
              <a:spcBef>
                <a:spcPct val="0"/>
              </a:spcBef>
            </a:pPr>
            <a:r>
              <a:rPr lang="en-US" sz="2800" dirty="0">
                <a:latin typeface="+mj-lt"/>
              </a:rPr>
              <a:t>Integrates MSAL into the Angular application.</a:t>
            </a:r>
            <a:endParaRPr lang="en-US" sz="2800" b="1" u="none" strike="noStrike" dirty="0">
              <a:solidFill>
                <a:srgbClr val="0B0A0A"/>
              </a:solidFill>
              <a:latin typeface="+mj-lt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5257051" y="777885"/>
            <a:ext cx="1515915" cy="250815"/>
          </a:xfrm>
          <a:custGeom>
            <a:avLst/>
            <a:gdLst/>
            <a:ahLst/>
            <a:cxnLst/>
            <a:rect l="l" t="t" r="r" b="b"/>
            <a:pathLst>
              <a:path w="1515915" h="250815">
                <a:moveTo>
                  <a:pt x="0" y="0"/>
                </a:moveTo>
                <a:lnTo>
                  <a:pt x="1515915" y="0"/>
                </a:lnTo>
                <a:lnTo>
                  <a:pt x="1515915" y="250815"/>
                </a:lnTo>
                <a:lnTo>
                  <a:pt x="0" y="250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0" y="0"/>
            <a:ext cx="765634" cy="2284999"/>
            <a:chOff x="0" y="0"/>
            <a:chExt cx="201648" cy="6018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1648" cy="601810"/>
            </a:xfrm>
            <a:custGeom>
              <a:avLst/>
              <a:gdLst/>
              <a:ahLst/>
              <a:cxnLst/>
              <a:rect l="l" t="t" r="r" b="b"/>
              <a:pathLst>
                <a:path w="201648" h="601810">
                  <a:moveTo>
                    <a:pt x="0" y="0"/>
                  </a:moveTo>
                  <a:lnTo>
                    <a:pt x="201648" y="0"/>
                  </a:lnTo>
                  <a:lnTo>
                    <a:pt x="201648" y="601810"/>
                  </a:lnTo>
                  <a:lnTo>
                    <a:pt x="0" y="601810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01648" cy="668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65245" y="1430923"/>
            <a:ext cx="1073155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62A39E"/>
                </a:solidFill>
                <a:latin typeface="Agrandir Bold"/>
                <a:ea typeface="Agrandir Bold"/>
                <a:cs typeface="Agrandir Bold"/>
                <a:sym typeface="Agrandir Bold"/>
              </a:rPr>
              <a:t>03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4572911" y="10082977"/>
            <a:ext cx="3736947" cy="204023"/>
            <a:chOff x="0" y="0"/>
            <a:chExt cx="984217" cy="537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84216" cy="53734"/>
            </a:xfrm>
            <a:custGeom>
              <a:avLst/>
              <a:gdLst/>
              <a:ahLst/>
              <a:cxnLst/>
              <a:rect l="l" t="t" r="r" b="b"/>
              <a:pathLst>
                <a:path w="984216" h="53734">
                  <a:moveTo>
                    <a:pt x="0" y="0"/>
                  </a:moveTo>
                  <a:lnTo>
                    <a:pt x="984216" y="0"/>
                  </a:lnTo>
                  <a:lnTo>
                    <a:pt x="984216" y="53734"/>
                  </a:lnTo>
                  <a:lnTo>
                    <a:pt x="0" y="53734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984217" cy="120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BFCB93D-B6EA-4171-B638-E36CB331D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284999"/>
            <a:ext cx="10058400" cy="6044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4038600" y="4114800"/>
            <a:ext cx="2221373" cy="2057400"/>
          </a:xfrm>
          <a:custGeom>
            <a:avLst/>
            <a:gdLst/>
            <a:ahLst/>
            <a:cxnLst/>
            <a:rect l="l" t="t" r="r" b="b"/>
            <a:pathLst>
              <a:path w="2221373" h="2057400">
                <a:moveTo>
                  <a:pt x="0" y="0"/>
                </a:moveTo>
                <a:lnTo>
                  <a:pt x="2221374" y="0"/>
                </a:lnTo>
                <a:lnTo>
                  <a:pt x="22213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410200" y="4762500"/>
            <a:ext cx="7281052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79"/>
              </a:lnSpc>
              <a:spcBef>
                <a:spcPct val="0"/>
              </a:spcBef>
            </a:pPr>
            <a:r>
              <a:rPr lang="en-US" sz="6799" b="1" dirty="0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  <a:endParaRPr lang="en-US" sz="6799" b="1" u="none" strike="noStrike" dirty="0">
              <a:solidFill>
                <a:srgbClr val="0B0A0A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EF7E7487-94B7-4B2E-B8D9-E18D2EFDBE0E}"/>
              </a:ext>
            </a:extLst>
          </p:cNvPr>
          <p:cNvGrpSpPr/>
          <p:nvPr/>
        </p:nvGrpSpPr>
        <p:grpSpPr>
          <a:xfrm>
            <a:off x="914399" y="266700"/>
            <a:ext cx="3581401" cy="1143000"/>
            <a:chOff x="-85882" y="0"/>
            <a:chExt cx="1123352" cy="14176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3F55604D-595D-4AF9-A308-81B2C48FB855}"/>
                </a:ext>
              </a:extLst>
            </p:cNvPr>
            <p:cNvSpPr/>
            <p:nvPr/>
          </p:nvSpPr>
          <p:spPr>
            <a:xfrm>
              <a:off x="-85882" y="42090"/>
              <a:ext cx="1123352" cy="97273"/>
            </a:xfrm>
            <a:custGeom>
              <a:avLst/>
              <a:gdLst/>
              <a:ahLst/>
              <a:cxnLst/>
              <a:rect l="l" t="t" r="r" b="b"/>
              <a:pathLst>
                <a:path w="812800" h="141765">
                  <a:moveTo>
                    <a:pt x="70882" y="0"/>
                  </a:moveTo>
                  <a:lnTo>
                    <a:pt x="741918" y="0"/>
                  </a:lnTo>
                  <a:cubicBezTo>
                    <a:pt x="781065" y="0"/>
                    <a:pt x="812800" y="31735"/>
                    <a:pt x="812800" y="70882"/>
                  </a:cubicBezTo>
                  <a:lnTo>
                    <a:pt x="812800" y="70882"/>
                  </a:lnTo>
                  <a:cubicBezTo>
                    <a:pt x="812800" y="110030"/>
                    <a:pt x="781065" y="141765"/>
                    <a:pt x="741918" y="141765"/>
                  </a:cubicBezTo>
                  <a:lnTo>
                    <a:pt x="70882" y="141765"/>
                  </a:lnTo>
                  <a:cubicBezTo>
                    <a:pt x="31735" y="141765"/>
                    <a:pt x="0" y="110030"/>
                    <a:pt x="0" y="70882"/>
                  </a:cubicBezTo>
                  <a:lnTo>
                    <a:pt x="0" y="70882"/>
                  </a:lnTo>
                  <a:cubicBezTo>
                    <a:pt x="0" y="31735"/>
                    <a:pt x="31735" y="0"/>
                    <a:pt x="70882" y="0"/>
                  </a:cubicBezTo>
                  <a:close/>
                </a:path>
              </a:pathLst>
            </a:custGeom>
            <a:solidFill>
              <a:srgbClr val="AAD7D4"/>
            </a:solidFill>
          </p:spPr>
          <p:txBody>
            <a:bodyPr/>
            <a:lstStyle/>
            <a:p>
              <a:endParaRPr lang="en-IN" sz="2400" dirty="0"/>
            </a:p>
          </p:txBody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70483BFD-3ECC-4B13-8472-F1F634E2B856}"/>
                </a:ext>
              </a:extLst>
            </p:cNvPr>
            <p:cNvSpPr txBox="1"/>
            <p:nvPr/>
          </p:nvSpPr>
          <p:spPr>
            <a:xfrm>
              <a:off x="63899" y="0"/>
              <a:ext cx="748901" cy="141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EB9E8C2F-12EC-4A2B-8E7C-E63D215EB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288000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6F348B-29A9-4D99-9279-836A07484213}"/>
              </a:ext>
            </a:extLst>
          </p:cNvPr>
          <p:cNvSpPr txBox="1"/>
          <p:nvPr/>
        </p:nvSpPr>
        <p:spPr>
          <a:xfrm>
            <a:off x="1310638" y="712094"/>
            <a:ext cx="2636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Questpond.com</a:t>
            </a: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D6F20B-5E93-4241-BFA3-DF91A7E969E9}"/>
              </a:ext>
            </a:extLst>
          </p:cNvPr>
          <p:cNvSpPr/>
          <p:nvPr/>
        </p:nvSpPr>
        <p:spPr>
          <a:xfrm>
            <a:off x="6096000" y="5648980"/>
            <a:ext cx="7391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N" sz="2800" u="sng" dirty="0">
                <a:solidFill>
                  <a:srgbClr val="5CA853"/>
                </a:solidFill>
                <a:hlinkClick r:id="rId4"/>
              </a:rPr>
              <a:t>https://github.com/ak2943/MSAL-OAuth2.0</a:t>
            </a:r>
            <a:endParaRPr lang="en-IN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175</Words>
  <Application>Microsoft Office PowerPoint</Application>
  <PresentationFormat>Custom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Poppins</vt:lpstr>
      <vt:lpstr>Arial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Mint Modern Kitchen Essentials Pitch Deck Presentation</dc:title>
  <cp:lastModifiedBy>Admin</cp:lastModifiedBy>
  <cp:revision>20</cp:revision>
  <dcterms:created xsi:type="dcterms:W3CDTF">2006-08-16T00:00:00Z</dcterms:created>
  <dcterms:modified xsi:type="dcterms:W3CDTF">2026-10-05T17:30:04Z</dcterms:modified>
  <dc:identifier>DAHJ4QDGqV0</dc:identifier>
</cp:coreProperties>
</file>